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Env: Gymnasium intersection-v0.</a:t>
            </a:r>
          </a:p>
          <a:p>
            <a:r>
              <a:t>Input: Vector of lane density.</a:t>
            </a:r>
          </a:p>
          <a:p>
            <a:r>
              <a:t>Output: Phase change command.</a:t>
            </a:r>
          </a:p>
          <a:p/>
          <a:p>
            <a:r>
              <a:t>Speaker Notes:</a:t>
            </a:r>
          </a:p>
          <a:p>
            <a:r>
              <a:t>"We will use highway-env for training. It's lightweight, standardizes the observation space, and allows for rapid iteration before we test on heavier simulators like SUMO."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 (Part B Preview)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Weeks 1-2: Environment setup &amp; Baseline (random agent).</a:t>
            </a:r>
          </a:p>
          <a:p>
            <a:r>
              <a:t>Weeks 3-5: Training DQN &amp; Hyperparameter tuning.</a:t>
            </a:r>
          </a:p>
          <a:p>
            <a:r>
              <a:t>Weeks 6-7: Deployment (Dockerizing the model &amp; building a Flask API).</a:t>
            </a:r>
          </a:p>
          <a:p/>
          <a:p>
            <a:r>
              <a:t>Speaker Notes:</a:t>
            </a:r>
          </a:p>
          <a:p>
            <a:r>
              <a:t>"My goal isn't just a model; it's a deployable artifact. I will containerize the final agent so it can accept traffic data via API and return signal decisions."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</a:t>
            </a:r>
          </a:p>
          <a:p>
            <a:r>
              <a:t>- Average Wait Time (aiming for &lt; 20s).</a:t>
            </a:r>
          </a:p>
          <a:p>
            <a:r>
              <a:t>- Convergence Speed (stable reward after X episodes).</a:t>
            </a:r>
          </a:p>
          <a:p/>
          <a:p>
            <a:r>
              <a:t>Speaker Notes:</a:t>
            </a:r>
          </a:p>
          <a:p>
            <a:r>
              <a:t>"Success looks like this: The RL agent outperforming a standard fixed-timer traffic light by at least 15% in waiting time reduction."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