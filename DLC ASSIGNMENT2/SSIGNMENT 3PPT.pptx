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1" r:id="rId6"/>
    <p:sldId id="262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97" autoAdjust="0"/>
    <p:restoredTop sz="94660"/>
  </p:normalViewPr>
  <p:slideViewPr>
    <p:cSldViewPr snapToGrid="0">
      <p:cViewPr>
        <p:scale>
          <a:sx n="75" d="100"/>
          <a:sy n="75" d="100"/>
        </p:scale>
        <p:origin x="763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BF52D-AEF4-415B-843B-4FC822F5A2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AA096-EF4F-455C-8A70-03CA11645A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032EC-8190-4A6A-97BB-F67457745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3F5994-6EB2-4F7F-9A28-31DC35C9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5B9FD9-E69C-4D57-9CE1-553837978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796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0207F-4F6C-4EF7-84B1-06955E2BE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BBA03-4981-4D41-94D3-5B32775720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74816-71FB-486C-9EB3-AF01AF4F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EE3BC-D354-43C4-8D7F-967D6A7F7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2347B-C68D-4E78-818A-F013268C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26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7FD29-47A9-4D90-B3EE-3206E1F16B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104EEE-C8E4-4BD3-B73D-66BE93C47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3F178-0D5C-4363-9D4B-C0B4E7A1F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99C40-6287-4FEE-A7C1-BD1398516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D32E2B-0BE0-4188-9D04-02BAC819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263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63B7E-4076-4DA6-9382-0F8126A5C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524626-4FED-4CB4-A2D6-DFF6C1EE8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99BF62-7204-472B-85D7-43037084EB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E75490-30BC-423A-95D7-812B7508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D8F5A-C71D-4FCE-98E8-63B202F18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2A6A13-CDE1-4D2E-982E-37B99CBF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5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D2449-700A-4E33-8CAF-6E99D542F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6CA006-0482-4AF7-AF56-ED4DCB12D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DFD33-BCAA-402E-A362-BB31652B71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82A1B5-67EC-45CA-9D5B-34328AA29D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C9187-4036-4E0A-9AA0-BEDEC403B5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3E2045-DFC3-4ACD-AD13-3ECB1834F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294818-677B-48EB-B1B3-F3B81581F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E0D6D6-C77B-45F2-8BB3-B83F570FE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28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EB47A-30E1-44DF-939A-67BC3C9C3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3B4743-2D02-472F-9DE1-00535708D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62C372-F1E0-4969-962B-3413980EB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62A65-780F-4D64-A411-F75540555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309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7CDF79-5A40-4B88-BFD3-2A0C593E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EBA93-F797-4510-930F-42A203355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30BAB9-F69E-4FB7-BF9A-8236296E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72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F73F-9B81-412E-817B-806234DE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81792-5481-4D0D-AC4B-4927EAB96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A65C0F-29CB-4646-9B17-DA9F1386E7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8AEFAC-71D3-4467-9F2A-4FE40A6E3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A34154-3899-4444-A0AE-D883EF5DF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6389D5-E0BC-43A3-9996-F6B90CE3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05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0D437-080B-4B91-89C7-5D36A36F0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F9519F-641B-46AB-AF75-2E3395A1B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0591C-E5D9-4FF0-B9CE-3B5992FB0A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08B59-CC1F-48AA-A976-7D3C02DFF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410850-E6CB-4015-87BB-4E405349C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6BD7F0-E43D-4B28-AE21-DF13E13A7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174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CED55-E447-4B7E-98AF-6FF7A7E88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053060-C501-459D-8F83-3C1F767A1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D9C91-6E2A-440F-AD63-A2E3A8226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3A86D-ECF0-4FEA-AA11-766F93478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6C7F1-763F-4452-8CBD-6DC77A85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932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DE9CD2-0130-4230-9D74-335B04C731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7A6048-92FD-4867-A454-A99D87BAD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94F3F-81EF-43D4-B2F2-1CE8B49F9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3A64C0-02E0-4176-9731-33B3FE8DDAC7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954C9-D446-475C-9695-A304B79C7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1F9B2-06F6-4FFF-BE1B-D61FDAA1F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371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348E3C-505F-4EF8-9472-3556D2A69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1F4C96-EEAA-4066-8DF0-CE2921588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EBD54-FDD1-40CD-A5EB-4B475D828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3A64C0-02E0-4176-9731-33B3FE8DDAC7}" type="datetimeFigureOut">
              <a:rPr lang="en-US" smtClean="0"/>
              <a:t>19-Nov-25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B9891-1781-4F51-96E4-6FB809CFBA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602FE-1419-49C4-8862-7BF88F4562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205352-8EEC-4C92-B136-A6C34AFE3D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380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1DA5B-5F58-4672-92DE-43B7BC0476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1431" y="1178560"/>
            <a:ext cx="9144000" cy="262044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2700" b="1" dirty="0"/>
              <a:t>NAME:ATUHAIRE PAULINE</a:t>
            </a:r>
            <a:br>
              <a:rPr lang="en-US" sz="2700" b="1" dirty="0"/>
            </a:br>
            <a:r>
              <a:rPr lang="en-US" sz="2700" b="1" dirty="0"/>
              <a:t>REG NO:B35093</a:t>
            </a:r>
            <a:br>
              <a:rPr lang="en-US" dirty="0"/>
            </a:br>
            <a:r>
              <a:rPr lang="en-US" sz="2700" b="1" dirty="0"/>
              <a:t>COURSE:DATA LIFE CYCLE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5BE965-366A-422C-B57E-E48FFBAC4A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83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9A5DE-EBF6-4AE9-B146-341107EA9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DEEP GREEN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87960-AA5B-4419-ADDB-CFB80AB10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61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Deep Green:  Is an autonomous traffic control system powered by Deep Reinforcement Learning</a:t>
            </a:r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/>
              <a:t>The Problem(The Why)</a:t>
            </a:r>
          </a:p>
          <a:p>
            <a:r>
              <a:rPr lang="en-US" sz="1400" dirty="0"/>
              <a:t>Congestion costs billions annually</a:t>
            </a:r>
          </a:p>
          <a:p>
            <a:r>
              <a:rPr lang="en-US" sz="1400" dirty="0"/>
              <a:t>Current solution: Fixed timers (inefficient) or expensive sensors (hard to maintain).</a:t>
            </a:r>
          </a:p>
          <a:p>
            <a:r>
              <a:rPr lang="en-US" sz="1400" b="1" dirty="0"/>
              <a:t>Goal: </a:t>
            </a:r>
            <a:r>
              <a:rPr lang="en-US" sz="1400" dirty="0"/>
              <a:t>An agent that sees traffic and adapts instantly.</a:t>
            </a:r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  <a:p>
            <a:pPr marL="0" indent="0">
              <a:buNone/>
            </a:pPr>
            <a:endParaRPr lang="en-US" sz="1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C37651-4D51-4903-8108-3F1F6D16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345" y="4017818"/>
            <a:ext cx="4200092" cy="25861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6FFFCD-F58E-4CE5-9BA3-5CBC96484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216" y="4165599"/>
            <a:ext cx="3777674" cy="258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925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A1CA5-F0D4-4D7A-884B-1A4EBAED2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Comparison of  Rule-Based Control(If X then Y) Vs Trial and Error(Optimal Policy)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B597A80-789C-4324-B99E-60F0C5EB5E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1119306"/>
              </p:ext>
            </p:extLst>
          </p:nvPr>
        </p:nvGraphicFramePr>
        <p:xfrm>
          <a:off x="838200" y="1451728"/>
          <a:ext cx="8267697" cy="424710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55899">
                  <a:extLst>
                    <a:ext uri="{9D8B030D-6E8A-4147-A177-3AD203B41FA5}">
                      <a16:colId xmlns:a16="http://schemas.microsoft.com/office/drawing/2014/main" val="2938380362"/>
                    </a:ext>
                  </a:extLst>
                </a:gridCol>
                <a:gridCol w="2755899">
                  <a:extLst>
                    <a:ext uri="{9D8B030D-6E8A-4147-A177-3AD203B41FA5}">
                      <a16:colId xmlns:a16="http://schemas.microsoft.com/office/drawing/2014/main" val="3635521187"/>
                    </a:ext>
                  </a:extLst>
                </a:gridCol>
                <a:gridCol w="2755899">
                  <a:extLst>
                    <a:ext uri="{9D8B030D-6E8A-4147-A177-3AD203B41FA5}">
                      <a16:colId xmlns:a16="http://schemas.microsoft.com/office/drawing/2014/main" val="1096276301"/>
                    </a:ext>
                  </a:extLst>
                </a:gridCol>
              </a:tblGrid>
              <a:tr h="459573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Feature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Rule-Based Control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RL Control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0" marB="114300"/>
                </a:tc>
                <a:extLst>
                  <a:ext uri="{0D108BD9-81ED-4DB2-BD59-A6C34878D82A}">
                    <a16:rowId xmlns:a16="http://schemas.microsoft.com/office/drawing/2014/main" val="1498405741"/>
                  </a:ext>
                </a:extLst>
              </a:tr>
              <a:tr h="628257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Knowledge Source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Human expertise, explicit rules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Data from interaction, trial &amp; error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3156916408"/>
                  </a:ext>
                </a:extLst>
              </a:tr>
              <a:tr h="946884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Adaptability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Low; rules must be manually updated for new situations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High; learns and adapts to changing environments over time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2138911786"/>
                  </a:ext>
                </a:extLst>
              </a:tr>
              <a:tr h="1265511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Complexity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Suitable for simple, well-defined problems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Suitable for complex, dynamic problems where rules are hard to define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767244417"/>
                  </a:ext>
                </a:extLst>
              </a:tr>
              <a:tr h="946884"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Decision Process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</a:rPr>
                        <a:t>Follows deterministic "If X then Y" logic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114300" marB="11430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ts val="16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</a:rPr>
                        <a:t>Learns a "policy" that maximizes long-term reward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0" marR="0" marT="114300" marB="114300"/>
                </a:tc>
                <a:extLst>
                  <a:ext uri="{0D108BD9-81ED-4DB2-BD59-A6C34878D82A}">
                    <a16:rowId xmlns:a16="http://schemas.microsoft.com/office/drawing/2014/main" val="151509674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504A0B5E-DEB8-4CC6-872A-A31319E847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798167" y="0"/>
            <a:ext cx="1399016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D60D-4CC9-4DF7-8800-86E55C060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02207"/>
          </a:xfrm>
        </p:spPr>
        <p:txBody>
          <a:bodyPr>
            <a:normAutofit/>
          </a:bodyPr>
          <a:lstStyle/>
          <a:p>
            <a:r>
              <a:rPr lang="en-US" sz="2400" b="1" dirty="0"/>
              <a:t>Illustration of Rule-Based Control(If X then Y) Vs Trial and Error(Optimal Policy)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86077-3D40-4F09-9940-FAEC8E41F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332"/>
            <a:ext cx="10515600" cy="4709631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sz="1400" dirty="0"/>
              <a:t>Traditional coding requires us to write rules for every possible traffic scenario. RL allows the agent to </a:t>
            </a:r>
            <a:r>
              <a:rPr lang="en-US" sz="1400" i="1" dirty="0"/>
              <a:t>learn</a:t>
            </a:r>
            <a:r>
              <a:rPr lang="en-US" sz="1400" dirty="0"/>
              <a:t> the rules by interacting with the traffic itself, finding optimizations humans might miss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C8D059-73B3-4756-A2DB-CDAD910A6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957" y="2895898"/>
            <a:ext cx="4792518" cy="24947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696649-0AB5-42A3-A18A-095ED953C1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895898"/>
            <a:ext cx="4969164" cy="2563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546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68EBE-6F8A-4B15-ACAE-B93EDA343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920203-F348-4BE3-A954-6EDA7FAE7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34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FE84-B875-49D1-A90C-E8553F2B4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 dirty="0"/>
              <a:t>The Solution: Deep Q-Network (DQN)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321408-EC9A-43E0-9834-560C2A3F2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Key Concepts:</a:t>
            </a:r>
          </a:p>
          <a:p>
            <a:r>
              <a:rPr lang="en-US" sz="1400" dirty="0"/>
              <a:t>Experience Replay: Remembering past traffic jams to learn from them later.</a:t>
            </a:r>
          </a:p>
          <a:p>
            <a:r>
              <a:rPr lang="en-US" sz="1400" dirty="0"/>
              <a:t>Exploration: Occasionally trying random phases to discover new strategies.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462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F68FA-E288-47FA-A0B5-D641D7DFD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2B20B-4162-4F11-9778-1C314AF068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5161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486AD-B7D9-43F8-BAC7-97860BC5D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A3B3F-A19E-434C-BE7A-A24DEE43B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09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253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NAME:ATUHAIRE PAULINE REG NO:B35093 COURSE:DATA LIFE CYCLE </vt:lpstr>
      <vt:lpstr>DEEP GREEN</vt:lpstr>
      <vt:lpstr>Comparison of  Rule-Based Control(If X then Y) Vs Trial and Error(Optimal Policy)</vt:lpstr>
      <vt:lpstr>Illustration of Rule-Based Control(If X then Y) Vs Trial and Error(Optimal Policy)</vt:lpstr>
      <vt:lpstr>PowerPoint Presentation</vt:lpstr>
      <vt:lpstr>The Solution: Deep Q-Network (DQN)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</dc:creator>
  <cp:lastModifiedBy>AA</cp:lastModifiedBy>
  <cp:revision>15</cp:revision>
  <dcterms:created xsi:type="dcterms:W3CDTF">2025-11-19T07:41:28Z</dcterms:created>
  <dcterms:modified xsi:type="dcterms:W3CDTF">2025-11-19T19:19:31Z</dcterms:modified>
</cp:coreProperties>
</file>